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frame: this deck walks through what the raw CSV told us before we designed the star schema. Every number on every slide was queried live from DuckDB by scripts/build_profiling_deck.py — nothing hand-typed, nothing cherry-picked.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Loaded verbatim with all_varchar=True — every column arrives as TEXT, no silent type coercion; typing is staging's job. Three months of data, single date format, 120k unique orders spread across 129k rows tells us immediately that grain is finer than 'order'. The 9 categories and 11 sizes constrain the size and time dimensions of the marts.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Kimball question is always grain. 129k rows across 120k orders means many rows per order — up to 12 SKUs. The 7 exact-duplicate (Order ID, SKU) groups are byte-for-byte identical, so DISTINCT is safe. SKU sits between Style and Size in the product hierarchy — grain must preserve all three so we can drill up (Style/Category) or down (SKU/Size).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quality dimensions checked: completeness, uniqueness, validity, consistency, business rules. Master data is clean (0 SKU drift). Business-level duplicates are rare. Zero negative amounts / quantities means the source doesn't leak refunds or corrections as sign-flips — those flow through Status instead. 218 Status-vs-Courier contradictions is small enough to flag rather than reject.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Amount and currency null together, always — currency carries no independent info. Fulfilment fully determines fulfilled-by. Both are evidence for D4. Casing collapse of 18% on city and 32% on state is real analytical loss if not normalized (D7). Without normalization, 'Mumbai' / 'mumbai' / ' MUMBAI ' each become their own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temptation is to drop cancelled rows or set Amount to zero silently. Both destroy business signal. 15% of rows are cancelled and marketers explicitly want cancellation-rate analysis. Cancelled orders with Amount&gt;0 are list-price snapshots — separate the two concerns with is_cancelled and revenue_amount (D1). Multi-value promotion-ids is a textbook M:N candidate — but with no metadata on promos, dim_promotion would be degenerate. promo_count now, bridge later (D3).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raw column now has a clear treatment: CLEAN, KEEP, FLAG, EXCLUDE, or TEST. Raw data remains preserved via _raw audit columns (D7). Suspicious records are flagged, not deleted. Guiding principle: improve data quality without destroying business information — every deletion is a design decision, not a shortcut.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soundbites for each decision — use these when questioned:</a:t>
            </a:r>
          </a:p>
          <a:p/>
          <a:p>
            <a:r>
              <a:t>D1 (cancelled orders): Cancellations are a business signal, not noise. Preserving them keeps cancellation-rate analysis one join away; the derived revenue_amount protects financial rollups from double-counting.</a:t>
            </a:r>
          </a:p>
          <a:p/>
          <a:p>
            <a:r>
              <a:t>D2 (fact grain): Grain is the first Kimball question. Since the brief demands style/category/size analysis, the fact must be at line-item grain — aggregating up is a rollup, but disaggregating down is impossible.</a:t>
            </a:r>
          </a:p>
          <a:p/>
          <a:p>
            <a:r>
              <a:t>D3 (promotion bridge): The bridge is the textbook pattern for M:N, but without any attributes on the promotion side it would be a degenerate dimension. I built the useful signal (promo_count) now and documented the bridge as a first-class item in FUTURE_IMPROVEMENTS.md for when metadata lands.</a:t>
            </a:r>
          </a:p>
          <a:p/>
          <a:p>
            <a:r>
              <a:t>D4 (drop columns): Constants aren't information. If the business expands internationally, currency and ship-country come back with real values and need explicit re-typing anyway — carrying them now would be speculative.</a:t>
            </a:r>
          </a:p>
          <a:p/>
          <a:p>
            <a:r>
              <a:t>D5 (status bucketing): Raw status has 13 values with overlapping semantics; the 5-group rollup is the natural funnel view. Both live in one dimension so grouping is a hardcoded contract, not a report-time rebucket.</a:t>
            </a:r>
          </a:p>
          <a:p/>
          <a:p>
            <a:r>
              <a:t>D6 (contradictions): When source data disagrees with itself, staging shouldn't secretly resolve it. A warn-level test captures the current noise floor and signals when it drifts — the source system owns the fix.</a:t>
            </a:r>
          </a:p>
          <a:p/>
          <a:p>
            <a:r>
              <a:t>D7 (city/state normalization): Normalization is a hard contract; fuzzy matching is a soft guess. Staging owns the contract, the _raw columns preserve the audit trail, and any fuzzy work belongs in a downstream enrichment mart with tests.</a:t>
            </a:r>
          </a:p>
          <a:p/>
          <a:p>
            <a:r>
              <a:t>D8 (date parsing): Type at the earliest possible layer where the data supports it. Staging is that layer here — the format is clean and uniform.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implements the design contract locked in D1–D8. The staging model stg_fashionable__orders will type every column, snake_case names, dedupe on (order_id, sku), normalize geography, derive is_cancelled + revenue_amount + promo_count, and flag the 218 contradictions with a warn-level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F2A44"/>
                </a:solidFill>
              </a:rPr>
              <a:t>Fashionable Sales — Data Profiling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566160"/>
            <a:ext cx="182880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6C757D"/>
                </a:solidFill>
              </a:rPr>
              <a:t>What 128,975 rows told us before we designed the star schema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Slide 1 — Data Exploration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86384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128,975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Unique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120,378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Source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Date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2022-03-31 → 2022-06-29 (91 distinct days)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7,195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Styles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1,377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8,955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C757D"/>
                </a:solidFill>
              </a:rPr>
              <a:t>Business concepts: Orders · Products · Sales · Location · Fulfilment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Slide 2 — Understanding the Source Grain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</a:rPr>
              <a:t>One order ≠ one row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5669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128,975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Unique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120,378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Extra order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8,597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Orders with multiple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6,846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Max rows for one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Exact-duplicate (Order ID, SKU)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Extra rows in those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</a:rPr>
              <a:t>Product hierarchy  Style → SKU → Size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5212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Styles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1,377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7,195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Styles with multiple 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1,180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Max SKUs for one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C0392B"/>
                </a:solidFill>
              </a:rPr>
              <a:t>Fact grain = order × SKU line item. Composite PK (Order ID, SKU) requires DISTINCT in staging (D2).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Slide 3 — Data Quality — Completeness &amp; Uniqueness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C757D"/>
                </a:solidFill>
              </a:rPr>
              <a:t>Completeness · Uniqueness · Validity · Consistency · Business Rules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/>
                <a:gridCol w="3291840"/>
              </a:tblGrid>
              <a:tr h="447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Business-level exact duplicate rows (excl. `index`)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Missing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7,795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Qty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12,807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Negative Qty / Negative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 / 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Invalid dates (format %m-%d-%y)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Missing shipping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33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SKU → Style / Category / Size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 / 0 / 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Status ↔ Courier Status contradictions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218 (0.17%)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C0392B"/>
                </a:solidFill>
              </a:rPr>
              <a:t>Master data is clean (SKU consistent across rows). (Order ID, SKU) is 'almost' unique — dedupe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Slide 4 — Data Quality — Cross-field &amp; Geography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</a:rPr>
              <a:t>Amount / currency null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Both NULL: 7,795  ·  Only Amount NULL: 0  ·  Only currency NULL: 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Perfectly correlated → drop `currency` (D4)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</a:rPr>
              <a:t>Fulfilment ↔ fulfilled-by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926080"/>
          <a:ext cx="56692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1463040"/>
              </a:tblGrid>
              <a:tr h="335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Fulfilment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fulfilled-by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Fashionable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&lt;NULL&gt;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89,698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Merchant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Easy 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39,277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</a:rPr>
              <a:t>Casing collapse (D7)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91640"/>
          <a:ext cx="52120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371600"/>
                <a:gridCol w="9144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Raw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Normalized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 dup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ship-city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8,955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ship-state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ship-country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3291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C757D"/>
                </a:solidFill>
              </a:rPr>
              <a:t>India has 36 states + UTs officially. Even normalized we see 47 → residual misspellings (out of scope for fuzzy matching).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Slide 5 — Not Every Anomaly Is Bad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</a:rPr>
              <a:t>Business context of anomalies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377440"/>
              </a:tblGrid>
              <a:tr h="335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Cancelled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Shipped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Qty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12,807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12,703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104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Amount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26080"/>
            <a:ext cx="11064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Cancelled + Amount &gt; 0: 10,766 rows — list price at cancel time. Naïve sum inflates revenue ~15%. → D1 is_cancelled flag + derived revenue_amount.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Active-order anomalies to FLAG (not delete): Shipped + Qty=0 = 104 · Shipped + Amount missing = 219.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promotion-ids: 79,822 rows carry data, up to 36 promos/row (avg ~9.0). Textbook M:N bridge is correct — but dim_promotion would be degenerate today (no metadata). → D3 promo_count on fact, bridge deferred.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Key insight: NULL / unusual values don't automatically mean bad data. Silent filtering destroys business signal.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Slide 6 — Data Quality Treatment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418320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Types, snake_case names, whitespace/casing, city/state normalization, date parsing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KEEP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Cancelled orders, valid business NULLs, `_raw` audit columns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Shipped + Qty = 0 · Shipped + missing Amount · Status/Courier contradictions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EXCLUDE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Technical `index`, `Unnamed: 22` (79,925 rows literal 'False'), `fulfilled-by` (redundant), constants `currency` / `ship-country`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Line-item PK uniqueness · fact↔dim relationships · accepted values for Status · row-count reconciliation vs raw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C0392B"/>
                </a:solidFill>
              </a:rPr>
              <a:t>Guiding principle: improve data quality without destroying business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Slide 7 — Locked Decisions D1–D8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241280"/>
              </a:tblGrid>
              <a:tr h="528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Ref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Cancelled orders kept · is_cancelled flag + derived revenue_amount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Fact grain = order × SKU line item · SK from (order_id, sku) after dedupe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promo_count on fact · bridge_order_promotion + dim_promotion deferred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Drop Unnamed:22, fulfilled-by, currency, ship-country in staging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dim_order_status with status_detail + 5-group status_group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Contradictions pass through · warn-level dbt test at 250 threshold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UPPER(TRIM()) canonical city/state · keep _raw audit columns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Cast Date → DATE with strptime('%m-%d-%y') in staging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C757D"/>
                </a:solidFill>
              </a:rPr>
              <a:t>Full rationale + interview soundbites live in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F2A44"/>
                </a:solidFill>
              </a:rPr>
              <a:t>Next: staging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749039"/>
            <a:ext cx="182880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6C757D"/>
                </a:solidFill>
              </a:rPr>
              <a:t>stg_fashionable__orders — types, renames, dedupe, normalization, derived measures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